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53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B21078-2440-41F3-9761-0CA65F91C3FC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56729E-C189-4E0C-AD9E-6E4A1AF55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976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Trang chu (index.html)  |  luot cuon #0  |  01_index__00.png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500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Trang chu (index.html)  |  luot cuon #1  |  01_index__01.png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88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Trang chu (index.html)  |  luot cuon #2  |  01_index__02.png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125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Dang nhap / Dang ky (login.html)  |  luot cuon #0  |  02_login__00.png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45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Kham pha (discover.html)  |  luot cuon #0  |  03_discover__00.png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107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Kham pha (discover.html)  |  luot cuon #1  |  03_discover__01.png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406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Kham pha (discover.html)  |  luot cuon #2  |  03_discover__02.png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4521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Chi tiet dia diem (post-detail.html)  |  luot cuon #0  |  04_post-detail__00.png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66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Chi tiet dia diem (post-detail.html)  |  luot cuon #1  |  04_post-detail__01.png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5383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AI Lich trinh (ai-trail.html)  |  luot cuon #0  |  05_ai-trail__00.png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1627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Danh sach nghe nhan (creators.html)  |  luot cuon #0  |  06_creators__00.png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0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Danh sach nghe nhan (creators.html)  |  luot cuon #1  |  06_creators__01.png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416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Ho so nghe nhan (creator-profile.html)  |  luot cuon #0  |  07_creator-profile__00.png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897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Ho so nghe nhan (creator-profile.html)  |  luot cuon #1  |  07_creator-profile__01.png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4259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Ho so nghe nhan (creator-profile.html)  |  luot cuon #2  |  07_creator-profile__02.png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5324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Nghe nhan - Quan ly bai viet (creator-posts.html)  |  luot cuon #0  |  08_creator-posts__00.png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467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Nghe nhan - Quan ly bai viet (creator-posts.html)  |  luot cuon #1  |  08_creator-posts__01.png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27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Nghe nhan - Tao bai viet moi (creator-post-new.html)  |  luot cuon #0  |  09_creator-post-new__00.png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829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Nghe nhan - Tao bai viet moi (creator-post-new.html)  |  luot cuon #1  |  09_creator-post-new__01.png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672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Kiem duyet bai viet (curator-review.html)  |  luot cuon #0  |  10_curator-review__00.png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9696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Kiem duyet bai viet (curator-review.html)  |  luot cuon #1  |  10_curator-review__01.png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3017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Admin - Tong quan (admin.html)  |  luot cuon #0  |  11_admin-dash__00.png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939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Admin - Tong quan (admin.html)  |  luot cuon #1  |  11_admin-dash__01.png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6974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Admin - Tong quan (admin.html)  |  luot cuon #2  |  11_admin-dash__02.png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7225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Admin - Quan ly bai viet (admin.html)  |  luot cuon #0  |  12_admin-posts__00.png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200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Admin - Quan ly bai viet (admin.html)  |  luot cuon #1  |  12_admin-posts__01.png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9403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Admin - Quan ly bai viet (admin.html)  |  luot cuon #2  |  12_admin-posts__02.png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8735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Admin - Quan ly bai viet (admin.html)  |  luot cuon #3  |  12_admin-posts__03.png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0863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Admin - Quan ly nghe nhan (admin.html)  |  luot cuon #0  |  13_admin-creators__00.png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8490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Admin - Quan ly nghe nhan (admin.html)  |  luot cuon #1  |  13_admin-creators__01.png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280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Admin - Bao cao &amp; thong ke (admin.html)  |  luot cuon #0  |  14_admin-reports__00.png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48486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Admin - Bao cao &amp; thong ke (admin.html)  |  luot cuon #1  |  14_admin-reports__01.png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6729E-C189-4E0C-AD9E-6E4A1AF55C2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59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F956F-77FA-95B4-3B69-A6C2AFEC9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4255DF-F5E8-D300-1DD3-AEFCABEE1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70614-1744-FE83-FB6A-2FA0D69C2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995F-3B6A-4497-95E0-8091D3A03B9F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B3B24-C669-5913-4106-869192F11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7D698-8539-907B-13C1-72FE5643F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D7D5-7AC6-447A-9D95-A3701A095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12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700A2-9438-3CAA-BED3-346BE6DE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2CAC6-DD46-B3B4-3C44-0D7008A84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41D33-12F9-7CF3-0A1D-A50DE42E4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995F-3B6A-4497-95E0-8091D3A03B9F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4167D-6E9C-3919-A9C8-1D7CF3F70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1A8CF-A0FA-B245-BB84-21FD51AE7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D7D5-7AC6-447A-9D95-A3701A095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8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AFFA5-737B-ACC7-D8AC-C8B22D0C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12E1-D702-B665-3432-BE5DAED2B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E71F2-CA61-EC15-A3B2-CD4409D1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995F-3B6A-4497-95E0-8091D3A03B9F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04785-037D-0138-25AD-34A92D95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B6098-0388-12CA-0040-92193D2E6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D7D5-7AC6-447A-9D95-A3701A095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248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5D8B7-E46F-151A-E6C0-347DC19BB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ADF2C-ADDD-C468-0377-DD6001DDAD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818500-89DE-1361-0791-642848869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BBB33-A4F1-2D2F-272B-9C47DBEB8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995F-3B6A-4497-95E0-8091D3A03B9F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FCC8B-C358-C654-51AE-1D405740B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EE53E-19A0-1C4B-67A0-C974E7892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D7D5-7AC6-447A-9D95-A3701A095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7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8690F-CFDF-C855-EDCD-F1EF63E45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AF1B4-CF03-B8C9-3AB4-63848F1A1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83B85-738C-75EA-B872-DE12F4097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F84325-B264-37EB-4D73-DED2BD6608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8D9276-123D-8EA9-CA39-CC9DFC9AF9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DE316E-50E8-3093-84E2-B9F28B74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995F-3B6A-4497-95E0-8091D3A03B9F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0CA3FF-181D-3219-FD72-F1865FD60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A11F42-782A-F86C-6126-FEB6673F4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D7D5-7AC6-447A-9D95-A3701A095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335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9296C-9735-7426-3244-12511266A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5DD05A-9B65-768A-1393-0172F371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995F-3B6A-4497-95E0-8091D3A03B9F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B52B6E-FFAA-5D7A-EA12-94E06FA5B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28AF-03A1-7388-D691-1E1EF1E2A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D7D5-7AC6-447A-9D95-A3701A095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72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9CA166-ED7D-4150-6D9A-FDA84582F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995F-3B6A-4497-95E0-8091D3A03B9F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17081D-4588-0225-EB76-DC0820B27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F32D4-A7C6-2E49-6D56-5C6D72C4D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D7D5-7AC6-447A-9D95-A3701A095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7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655B3-8F9B-D503-4C31-4D1548F7E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7E468-969B-5287-5F1F-06E104581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EDBB17-FE87-A0E9-B222-6D9A9FE581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8E116-0778-D39A-E9D8-17B102029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995F-3B6A-4497-95E0-8091D3A03B9F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EBEF9-A69A-BFD8-7F32-425D24F9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29778-EEA5-8001-53F1-305BC32CA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D7D5-7AC6-447A-9D95-A3701A095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36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CD5F1-7450-FEEE-5D2D-C8C76AAE8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DCD969-0D17-71D7-685C-96BF75D6B4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1CCE46-D05B-27D9-F367-FDC2EBC58A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BA211-FD1B-BD8E-C946-B515A52D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995F-3B6A-4497-95E0-8091D3A03B9F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01115-7F26-66F4-388D-8961DC765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8E742-9AA9-F2DB-A057-06F254CE1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D7D5-7AC6-447A-9D95-A3701A095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487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0E3C8-4432-67B8-46CB-A40BEF58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7A8E5-F0A1-95AE-C390-A48367E95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D591A-5FB9-9255-5874-B50F05CB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995F-3B6A-4497-95E0-8091D3A03B9F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7E7A9-60C1-B3CD-9187-49F881004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DF158-AA23-93F4-6054-94947878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D7D5-7AC6-447A-9D95-A3701A095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49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A3064C-D1BB-3557-8858-3FBF75FB12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97FF6D-CD5E-3257-CB91-32F8A40CD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5B256-CC93-478B-88F3-059121E53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995F-3B6A-4497-95E0-8091D3A03B9F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B123A-A3B5-F32C-E33A-B3833D630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718DE-00C0-2C0B-804B-53F24DD18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D7D5-7AC6-447A-9D95-A3701A095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595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82334F-A05C-97C5-A258-DBBFEA28A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D0828-058D-0C5B-3C4D-951D360C9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925F4-C1BB-8068-3696-2F91652B6A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A995F-3B6A-4497-95E0-8091D3A03B9F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99FC4-AD34-770C-6677-FB1F9E144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3D5DD-6276-9475-B083-1D1505F009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9AD7D5-7AC6-447A-9D95-A3701A095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206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8BFE8D-357E-787C-D3F2-243D1D3370D5}"/>
              </a:ext>
            </a:extLst>
          </p:cNvPr>
          <p:cNvSpPr txBox="1"/>
          <p:nvPr/>
        </p:nvSpPr>
        <p:spPr>
          <a:xfrm>
            <a:off x="762000" y="2540000"/>
            <a:ext cx="106680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000" b="1">
                <a:latin typeface="Segoe UI" panose="020B0502040204020203" pitchFamily="34" charset="0"/>
              </a:rPr>
              <a:t>CultureTrail - Du lich van hoa
Toan bo giao dien website (14 man hinh / 11 trang)</a:t>
            </a:r>
          </a:p>
        </p:txBody>
      </p:sp>
    </p:spTree>
    <p:extLst>
      <p:ext uri="{BB962C8B-B14F-4D97-AF65-F5344CB8AC3E}">
        <p14:creationId xmlns:p14="http://schemas.microsoft.com/office/powerpoint/2010/main" val="3236230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2CBA7E-6BB3-4B61-881A-5DE50BC60B0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114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D4D656-E9CB-EB51-352C-080235DBFAC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715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F4A042-323B-E3F5-C895-EA2C8DF7040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217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4FDA16-6E0C-2502-B3F9-035918537B3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081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673382-F2ED-28F7-83C8-C7DC1E94B36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80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FA8F4D-45BC-2535-F2F6-65627C6C1BC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301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A6BB96-BC96-164D-070C-F4C991C6E8B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436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2E9758-FDD0-EF7D-908E-878269EEF34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216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462B11-6DDF-10FC-7A40-9558F444398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823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33AC63-A86C-1971-0ABD-0EB315AC027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655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9CCA64-BB4E-284E-1BF0-C1F249303A3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960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A603BE-E8EF-C001-AEE2-FFF722E1F6C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709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54195D-EAFB-80C3-17BC-5BFE07B1E95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529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0AA8AC-CC5F-F648-6D7E-92BFBC124A4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076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3E8733-8C55-7A1F-7959-E64E65B00DE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92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2EF876-DB8B-FFE9-E710-51D950C45F4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67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320CE2-E3A2-4820-24E0-25110D800F0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420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8C2932-9A41-4574-7956-EF0C37DF189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309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FB5136-8132-C40A-DA6A-4B3E2A7385F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0218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FD0034-7C03-207F-3A6A-A75A5187A86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689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032B21-B3A3-90B3-7EF8-B8130646662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12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323B7A-F948-EA6C-3449-4511F19F376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052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8E2959-FB56-5DD0-F19A-A568A5FD845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3541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D58C1D-FDE5-0AAC-06A3-7EA50612B85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2197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D62193-9CFA-BBFF-6A08-1933EF44CED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660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834515-DC46-E855-EE46-90C2965EBEA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3506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D90335-7F4E-DC93-646F-6F7500EFBF4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6068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641641-0AB7-A3FF-EAB3-CC47DC9E4B2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0091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ABDE55-D1AC-E019-E9CA-FD21459B396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5888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5C1320-BDEE-6EB5-23C0-8ABF0A09C86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1773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3C2F05-B600-E377-FF03-C0FDEF21331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1111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DA1716-FFA2-FBDE-D516-33B7D087DD4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731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774</Words>
  <Application>Microsoft Office PowerPoint</Application>
  <PresentationFormat>Custom</PresentationFormat>
  <Paragraphs>65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DINH SANG</dc:creator>
  <cp:lastModifiedBy>NGUYEN DINH SANG</cp:lastModifiedBy>
  <cp:revision>1</cp:revision>
  <dcterms:created xsi:type="dcterms:W3CDTF">2026-10-04T08:42:56Z</dcterms:created>
  <dcterms:modified xsi:type="dcterms:W3CDTF">2026-10-04T08:42:56Z</dcterms:modified>
</cp:coreProperties>
</file>